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945600" cy="12344400"/>
  <p:notesSz cx="123444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C27CBF-9441-4166-B74C-BFC439F64927}" v="11" dt="2026-10-28T18:15:50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760" y="-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santos" userId="e1ebe7ac88e1af78" providerId="LiveId" clId="{EB8BD2AE-B58D-40FC-81FA-338B571BE882}"/>
    <pc:docChg chg="undo custSel modSld">
      <pc:chgData name="rafael santos" userId="e1ebe7ac88e1af78" providerId="LiveId" clId="{EB8BD2AE-B58D-40FC-81FA-338B571BE882}" dt="2026-10-28T18:19:18.890" v="846" actId="14100"/>
      <pc:docMkLst>
        <pc:docMk/>
      </pc:docMkLst>
      <pc:sldChg chg="addSp delSp modSp mod">
        <pc:chgData name="rafael santos" userId="e1ebe7ac88e1af78" providerId="LiveId" clId="{EB8BD2AE-B58D-40FC-81FA-338B571BE882}" dt="2026-10-28T18:19:18.890" v="846" actId="14100"/>
        <pc:sldMkLst>
          <pc:docMk/>
          <pc:sldMk cId="0" sldId="256"/>
        </pc:sldMkLst>
        <pc:spChg chg="mod">
          <ac:chgData name="rafael santos" userId="e1ebe7ac88e1af78" providerId="LiveId" clId="{EB8BD2AE-B58D-40FC-81FA-338B571BE882}" dt="2026-10-27T19:02:18.616" v="693" actId="14100"/>
          <ac:spMkLst>
            <pc:docMk/>
            <pc:sldMk cId="0" sldId="256"/>
            <ac:spMk id="54" creationId="{00000000-0000-0000-0000-000000000000}"/>
          </ac:spMkLst>
        </pc:spChg>
        <pc:spChg chg="mod">
          <ac:chgData name="rafael santos" userId="e1ebe7ac88e1af78" providerId="LiveId" clId="{EB8BD2AE-B58D-40FC-81FA-338B571BE882}" dt="2026-10-27T19:02:14.024" v="692" actId="14100"/>
          <ac:spMkLst>
            <pc:docMk/>
            <pc:sldMk cId="0" sldId="256"/>
            <ac:spMk id="56" creationId="{00000000-0000-0000-0000-000000000000}"/>
          </ac:spMkLst>
        </pc:spChg>
        <pc:spChg chg="del mod">
          <ac:chgData name="rafael santos" userId="e1ebe7ac88e1af78" providerId="LiveId" clId="{EB8BD2AE-B58D-40FC-81FA-338B571BE882}" dt="2026-10-28T18:16:08.923" v="762" actId="478"/>
          <ac:spMkLst>
            <pc:docMk/>
            <pc:sldMk cId="0" sldId="256"/>
            <ac:spMk id="57" creationId="{00000000-0000-0000-0000-000000000000}"/>
          </ac:spMkLst>
        </pc:spChg>
        <pc:spChg chg="del mod">
          <ac:chgData name="rafael santos" userId="e1ebe7ac88e1af78" providerId="LiveId" clId="{EB8BD2AE-B58D-40FC-81FA-338B571BE882}" dt="2026-10-28T18:16:08.923" v="762" actId="478"/>
          <ac:spMkLst>
            <pc:docMk/>
            <pc:sldMk cId="0" sldId="256"/>
            <ac:spMk id="58" creationId="{00000000-0000-0000-0000-000000000000}"/>
          </ac:spMkLst>
        </pc:spChg>
        <pc:spChg chg="del mod">
          <ac:chgData name="rafael santos" userId="e1ebe7ac88e1af78" providerId="LiveId" clId="{EB8BD2AE-B58D-40FC-81FA-338B571BE882}" dt="2026-10-28T18:16:08.923" v="762" actId="478"/>
          <ac:spMkLst>
            <pc:docMk/>
            <pc:sldMk cId="0" sldId="256"/>
            <ac:spMk id="59" creationId="{00000000-0000-0000-0000-000000000000}"/>
          </ac:spMkLst>
        </pc:spChg>
        <pc:spChg chg="del mod">
          <ac:chgData name="rafael santos" userId="e1ebe7ac88e1af78" providerId="LiveId" clId="{EB8BD2AE-B58D-40FC-81FA-338B571BE882}" dt="2026-10-28T18:16:08.923" v="762" actId="478"/>
          <ac:spMkLst>
            <pc:docMk/>
            <pc:sldMk cId="0" sldId="256"/>
            <ac:spMk id="60" creationId="{00000000-0000-0000-0000-000000000000}"/>
          </ac:spMkLst>
        </pc:spChg>
        <pc:spChg chg="mod">
          <ac:chgData name="rafael santos" userId="e1ebe7ac88e1af78" providerId="LiveId" clId="{EB8BD2AE-B58D-40FC-81FA-338B571BE882}" dt="2026-10-27T16:11:16.974" v="628" actId="255"/>
          <ac:spMkLst>
            <pc:docMk/>
            <pc:sldMk cId="0" sldId="256"/>
            <ac:spMk id="61" creationId="{00000000-0000-0000-0000-000000000000}"/>
          </ac:spMkLst>
        </pc:spChg>
        <pc:spChg chg="del mod">
          <ac:chgData name="rafael santos" userId="e1ebe7ac88e1af78" providerId="LiveId" clId="{EB8BD2AE-B58D-40FC-81FA-338B571BE882}" dt="2026-10-27T16:12:30.088" v="671" actId="478"/>
          <ac:spMkLst>
            <pc:docMk/>
            <pc:sldMk cId="0" sldId="256"/>
            <ac:spMk id="62" creationId="{00000000-0000-0000-0000-000000000000}"/>
          </ac:spMkLst>
        </pc:spChg>
        <pc:spChg chg="add mod">
          <ac:chgData name="rafael santos" userId="e1ebe7ac88e1af78" providerId="LiveId" clId="{EB8BD2AE-B58D-40FC-81FA-338B571BE882}" dt="2026-10-28T18:19:18.890" v="846" actId="14100"/>
          <ac:spMkLst>
            <pc:docMk/>
            <pc:sldMk cId="0" sldId="256"/>
            <ac:spMk id="62" creationId="{C049249A-44B2-1B71-14FB-7971D0FD22FD}"/>
          </ac:spMkLst>
        </pc:spChg>
        <pc:spChg chg="del">
          <ac:chgData name="rafael santos" userId="e1ebe7ac88e1af78" providerId="LiveId" clId="{EB8BD2AE-B58D-40FC-81FA-338B571BE882}" dt="2026-10-27T15:57:13.437" v="463" actId="478"/>
          <ac:spMkLst>
            <pc:docMk/>
            <pc:sldMk cId="0" sldId="256"/>
            <ac:spMk id="63" creationId="{00000000-0000-0000-0000-000000000000}"/>
          </ac:spMkLst>
        </pc:spChg>
        <pc:spChg chg="add mod">
          <ac:chgData name="rafael santos" userId="e1ebe7ac88e1af78" providerId="LiveId" clId="{EB8BD2AE-B58D-40FC-81FA-338B571BE882}" dt="2026-10-28T18:19:18.890" v="846" actId="14100"/>
          <ac:spMkLst>
            <pc:docMk/>
            <pc:sldMk cId="0" sldId="256"/>
            <ac:spMk id="63" creationId="{7D754294-1465-EBC3-4B73-293EED7125A1}"/>
          </ac:spMkLst>
        </pc:spChg>
        <pc:spChg chg="mod">
          <ac:chgData name="rafael santos" userId="e1ebe7ac88e1af78" providerId="LiveId" clId="{EB8BD2AE-B58D-40FC-81FA-338B571BE882}" dt="2026-10-28T18:18:27.782" v="796" actId="1036"/>
          <ac:spMkLst>
            <pc:docMk/>
            <pc:sldMk cId="0" sldId="256"/>
            <ac:spMk id="64" creationId="{00000000-0000-0000-0000-000000000000}"/>
          </ac:spMkLst>
        </pc:spChg>
        <pc:spChg chg="mod">
          <ac:chgData name="rafael santos" userId="e1ebe7ac88e1af78" providerId="LiveId" clId="{EB8BD2AE-B58D-40FC-81FA-338B571BE882}" dt="2026-10-28T18:18:27.782" v="796" actId="1036"/>
          <ac:spMkLst>
            <pc:docMk/>
            <pc:sldMk cId="0" sldId="256"/>
            <ac:spMk id="65" creationId="{00000000-0000-0000-0000-000000000000}"/>
          </ac:spMkLst>
        </pc:spChg>
        <pc:spChg chg="mod">
          <ac:chgData name="rafael santos" userId="e1ebe7ac88e1af78" providerId="LiveId" clId="{EB8BD2AE-B58D-40FC-81FA-338B571BE882}" dt="2026-10-28T18:18:27.782" v="796" actId="1036"/>
          <ac:spMkLst>
            <pc:docMk/>
            <pc:sldMk cId="0" sldId="256"/>
            <ac:spMk id="66" creationId="{00000000-0000-0000-0000-000000000000}"/>
          </ac:spMkLst>
        </pc:spChg>
        <pc:spChg chg="mod ord">
          <ac:chgData name="rafael santos" userId="e1ebe7ac88e1af78" providerId="LiveId" clId="{EB8BD2AE-B58D-40FC-81FA-338B571BE882}" dt="2026-10-28T18:17:48.968" v="780" actId="1076"/>
          <ac:spMkLst>
            <pc:docMk/>
            <pc:sldMk cId="0" sldId="256"/>
            <ac:spMk id="67" creationId="{00000000-0000-0000-0000-000000000000}"/>
          </ac:spMkLst>
        </pc:spChg>
        <pc:spChg chg="mod">
          <ac:chgData name="rafael santos" userId="e1ebe7ac88e1af78" providerId="LiveId" clId="{EB8BD2AE-B58D-40FC-81FA-338B571BE882}" dt="2026-10-28T18:17:48.968" v="780" actId="1076"/>
          <ac:spMkLst>
            <pc:docMk/>
            <pc:sldMk cId="0" sldId="256"/>
            <ac:spMk id="68" creationId="{00000000-0000-0000-0000-000000000000}"/>
          </ac:spMkLst>
        </pc:spChg>
        <pc:spChg chg="del mod">
          <ac:chgData name="rafael santos" userId="e1ebe7ac88e1af78" providerId="LiveId" clId="{EB8BD2AE-B58D-40FC-81FA-338B571BE882}" dt="2026-10-27T16:13:17.460" v="682" actId="478"/>
          <ac:spMkLst>
            <pc:docMk/>
            <pc:sldMk cId="0" sldId="256"/>
            <ac:spMk id="69" creationId="{00000000-0000-0000-0000-000000000000}"/>
          </ac:spMkLst>
        </pc:spChg>
        <pc:spChg chg="add mod">
          <ac:chgData name="rafael santos" userId="e1ebe7ac88e1af78" providerId="LiveId" clId="{EB8BD2AE-B58D-40FC-81FA-338B571BE882}" dt="2026-10-28T18:19:18.890" v="846" actId="14100"/>
          <ac:spMkLst>
            <pc:docMk/>
            <pc:sldMk cId="0" sldId="256"/>
            <ac:spMk id="69" creationId="{86C34C98-7AC4-4DB4-F197-555C7AEE658F}"/>
          </ac:spMkLst>
        </pc:spChg>
        <pc:spChg chg="del mod">
          <ac:chgData name="rafael santos" userId="e1ebe7ac88e1af78" providerId="LiveId" clId="{EB8BD2AE-B58D-40FC-81FA-338B571BE882}" dt="2026-10-27T16:13:15.778" v="681" actId="478"/>
          <ac:spMkLst>
            <pc:docMk/>
            <pc:sldMk cId="0" sldId="256"/>
            <ac:spMk id="70" creationId="{00000000-0000-0000-0000-000000000000}"/>
          </ac:spMkLst>
        </pc:spChg>
        <pc:spChg chg="add mod">
          <ac:chgData name="rafael santos" userId="e1ebe7ac88e1af78" providerId="LiveId" clId="{EB8BD2AE-B58D-40FC-81FA-338B571BE882}" dt="2026-10-28T18:19:18.890" v="846" actId="14100"/>
          <ac:spMkLst>
            <pc:docMk/>
            <pc:sldMk cId="0" sldId="256"/>
            <ac:spMk id="70" creationId="{E9A0C6BA-5C0C-0253-14F5-F468E338CFEC}"/>
          </ac:spMkLst>
        </pc:spChg>
        <pc:spChg chg="mod">
          <ac:chgData name="rafael santos" userId="e1ebe7ac88e1af78" providerId="LiveId" clId="{EB8BD2AE-B58D-40FC-81FA-338B571BE882}" dt="2026-10-27T15:58:47.999" v="544" actId="14100"/>
          <ac:spMkLst>
            <pc:docMk/>
            <pc:sldMk cId="0" sldId="256"/>
            <ac:spMk id="71" creationId="{00000000-0000-0000-0000-000000000000}"/>
          </ac:spMkLst>
        </pc:spChg>
        <pc:spChg chg="mod">
          <ac:chgData name="rafael santos" userId="e1ebe7ac88e1af78" providerId="LiveId" clId="{EB8BD2AE-B58D-40FC-81FA-338B571BE882}" dt="2026-10-27T15:58:47.999" v="544" actId="14100"/>
          <ac:spMkLst>
            <pc:docMk/>
            <pc:sldMk cId="0" sldId="256"/>
            <ac:spMk id="72" creationId="{00000000-0000-0000-0000-000000000000}"/>
          </ac:spMkLst>
        </pc:spChg>
        <pc:spChg chg="del mod">
          <ac:chgData name="rafael santos" userId="e1ebe7ac88e1af78" providerId="LiveId" clId="{EB8BD2AE-B58D-40FC-81FA-338B571BE882}" dt="2026-10-27T16:04:19.527" v="561" actId="478"/>
          <ac:spMkLst>
            <pc:docMk/>
            <pc:sldMk cId="0" sldId="256"/>
            <ac:spMk id="73" creationId="{00000000-0000-0000-0000-000000000000}"/>
          </ac:spMkLst>
        </pc:spChg>
        <pc:spChg chg="del mod">
          <ac:chgData name="rafael santos" userId="e1ebe7ac88e1af78" providerId="LiveId" clId="{EB8BD2AE-B58D-40FC-81FA-338B571BE882}" dt="2026-10-27T15:58:51.473" v="545" actId="478"/>
          <ac:spMkLst>
            <pc:docMk/>
            <pc:sldMk cId="0" sldId="256"/>
            <ac:spMk id="74" creationId="{00000000-0000-0000-0000-000000000000}"/>
          </ac:spMkLst>
        </pc:spChg>
        <pc:spChg chg="add del">
          <ac:chgData name="rafael santos" userId="e1ebe7ac88e1af78" providerId="LiveId" clId="{EB8BD2AE-B58D-40FC-81FA-338B571BE882}" dt="2026-10-27T15:34:44.738" v="399" actId="11529"/>
          <ac:spMkLst>
            <pc:docMk/>
            <pc:sldMk cId="0" sldId="256"/>
            <ac:spMk id="82" creationId="{5A1DA49E-0A09-92E4-0CCA-C827C363AE1A}"/>
          </ac:spMkLst>
        </pc:spChg>
        <pc:spChg chg="add mod ord">
          <ac:chgData name="rafael santos" userId="e1ebe7ac88e1af78" providerId="LiveId" clId="{EB8BD2AE-B58D-40FC-81FA-338B571BE882}" dt="2026-10-27T16:12:18.908" v="668" actId="14100"/>
          <ac:spMkLst>
            <pc:docMk/>
            <pc:sldMk cId="0" sldId="256"/>
            <ac:spMk id="104" creationId="{598A646A-99FA-F8A0-EC06-5DE85F2B8265}"/>
          </ac:spMkLst>
        </pc:spChg>
        <pc:picChg chg="add mod">
          <ac:chgData name="rafael santos" userId="e1ebe7ac88e1af78" providerId="LiveId" clId="{EB8BD2AE-B58D-40FC-81FA-338B571BE882}" dt="2026-10-28T18:19:18.890" v="846" actId="14100"/>
          <ac:picMkLst>
            <pc:docMk/>
            <pc:sldMk cId="0" sldId="256"/>
            <ac:picMk id="73" creationId="{D5924E8E-E311-4AC1-F2F6-EEB2D7517F2F}"/>
          </ac:picMkLst>
        </pc:picChg>
        <pc:picChg chg="add mod">
          <ac:chgData name="rafael santos" userId="e1ebe7ac88e1af78" providerId="LiveId" clId="{EB8BD2AE-B58D-40FC-81FA-338B571BE882}" dt="2026-10-28T18:19:18.890" v="846" actId="14100"/>
          <ac:picMkLst>
            <pc:docMk/>
            <pc:sldMk cId="0" sldId="256"/>
            <ac:picMk id="74" creationId="{74EF3BAF-A4D6-DD32-2B8F-BC3BBAD52F3B}"/>
          </ac:picMkLst>
        </pc:picChg>
        <pc:picChg chg="add mod">
          <ac:chgData name="rafael santos" userId="e1ebe7ac88e1af78" providerId="LiveId" clId="{EB8BD2AE-B58D-40FC-81FA-338B571BE882}" dt="2026-10-28T18:19:18.890" v="846" actId="14100"/>
          <ac:picMkLst>
            <pc:docMk/>
            <pc:sldMk cId="0" sldId="256"/>
            <ac:picMk id="78" creationId="{4F908C2F-995F-D886-4F23-96511A1BF97B}"/>
          </ac:picMkLst>
        </pc:picChg>
        <pc:picChg chg="add mod">
          <ac:chgData name="rafael santos" userId="e1ebe7ac88e1af78" providerId="LiveId" clId="{EB8BD2AE-B58D-40FC-81FA-338B571BE882}" dt="2026-10-27T16:13:07.481" v="677" actId="14100"/>
          <ac:picMkLst>
            <pc:docMk/>
            <pc:sldMk cId="0" sldId="256"/>
            <ac:picMk id="79" creationId="{7A063FAE-D986-9EC2-7009-394199661ED7}"/>
          </ac:picMkLst>
        </pc:picChg>
        <pc:picChg chg="add mod">
          <ac:chgData name="rafael santos" userId="e1ebe7ac88e1af78" providerId="LiveId" clId="{EB8BD2AE-B58D-40FC-81FA-338B571BE882}" dt="2026-10-28T18:19:18.890" v="846" actId="14100"/>
          <ac:picMkLst>
            <pc:docMk/>
            <pc:sldMk cId="0" sldId="256"/>
            <ac:picMk id="80" creationId="{A294F82B-3354-16E5-5A35-A725FBAB1098}"/>
          </ac:picMkLst>
        </pc:picChg>
        <pc:picChg chg="add mod modCrop">
          <ac:chgData name="rafael santos" userId="e1ebe7ac88e1af78" providerId="LiveId" clId="{EB8BD2AE-B58D-40FC-81FA-338B571BE882}" dt="2026-10-28T18:17:48.968" v="780" actId="1076"/>
          <ac:picMkLst>
            <pc:docMk/>
            <pc:sldMk cId="0" sldId="256"/>
            <ac:picMk id="81" creationId="{3DBE6971-65C3-2EA0-C3AA-EC5221191CBD}"/>
          </ac:picMkLst>
        </pc:picChg>
        <pc:picChg chg="add mod">
          <ac:chgData name="rafael santos" userId="e1ebe7ac88e1af78" providerId="LiveId" clId="{EB8BD2AE-B58D-40FC-81FA-338B571BE882}" dt="2026-10-28T18:19:18.890" v="846" actId="14100"/>
          <ac:picMkLst>
            <pc:docMk/>
            <pc:sldMk cId="0" sldId="256"/>
            <ac:picMk id="82" creationId="{31FA59D1-28D9-8AB0-6333-9FD626D0C43C}"/>
          </ac:picMkLst>
        </pc:picChg>
        <pc:picChg chg="add del mod">
          <ac:chgData name="rafael santos" userId="e1ebe7ac88e1af78" providerId="LiveId" clId="{EB8BD2AE-B58D-40FC-81FA-338B571BE882}" dt="2026-10-28T18:16:08.923" v="762" actId="478"/>
          <ac:picMkLst>
            <pc:docMk/>
            <pc:sldMk cId="0" sldId="256"/>
            <ac:picMk id="84" creationId="{CF5F439E-1D7F-9929-5D97-6380EDCA2DE7}"/>
          </ac:picMkLst>
        </pc:picChg>
        <pc:picChg chg="add del mod">
          <ac:chgData name="rafael santos" userId="e1ebe7ac88e1af78" providerId="LiveId" clId="{EB8BD2AE-B58D-40FC-81FA-338B571BE882}" dt="2026-10-28T18:16:08.923" v="762" actId="478"/>
          <ac:picMkLst>
            <pc:docMk/>
            <pc:sldMk cId="0" sldId="256"/>
            <ac:picMk id="86" creationId="{FA801F4B-67A5-7FE6-EA3D-7D0D1C6089FB}"/>
          </ac:picMkLst>
        </pc:picChg>
        <pc:picChg chg="add del mod">
          <ac:chgData name="rafael santos" userId="e1ebe7ac88e1af78" providerId="LiveId" clId="{EB8BD2AE-B58D-40FC-81FA-338B571BE882}" dt="2026-10-28T18:16:08.923" v="762" actId="478"/>
          <ac:picMkLst>
            <pc:docMk/>
            <pc:sldMk cId="0" sldId="256"/>
            <ac:picMk id="88" creationId="{4AB70C19-E9BE-BAF0-C3F3-4EB946589B34}"/>
          </ac:picMkLst>
        </pc:picChg>
        <pc:picChg chg="add del mod">
          <ac:chgData name="rafael santos" userId="e1ebe7ac88e1af78" providerId="LiveId" clId="{EB8BD2AE-B58D-40FC-81FA-338B571BE882}" dt="2026-10-28T18:16:08.923" v="762" actId="478"/>
          <ac:picMkLst>
            <pc:docMk/>
            <pc:sldMk cId="0" sldId="256"/>
            <ac:picMk id="90" creationId="{35FF26D7-57CD-9E0C-6188-4EDB092496B7}"/>
          </ac:picMkLst>
        </pc:picChg>
        <pc:picChg chg="add del mod">
          <ac:chgData name="rafael santos" userId="e1ebe7ac88e1af78" providerId="LiveId" clId="{EB8BD2AE-B58D-40FC-81FA-338B571BE882}" dt="2026-10-28T18:16:08.923" v="762" actId="478"/>
          <ac:picMkLst>
            <pc:docMk/>
            <pc:sldMk cId="0" sldId="256"/>
            <ac:picMk id="92" creationId="{B8BE1EC1-7DAF-2FAB-86B0-A218FB3328A8}"/>
          </ac:picMkLst>
        </pc:picChg>
        <pc:picChg chg="add del mod">
          <ac:chgData name="rafael santos" userId="e1ebe7ac88e1af78" providerId="LiveId" clId="{EB8BD2AE-B58D-40FC-81FA-338B571BE882}" dt="2026-10-27T16:03:52.340" v="554" actId="478"/>
          <ac:picMkLst>
            <pc:docMk/>
            <pc:sldMk cId="0" sldId="256"/>
            <ac:picMk id="100" creationId="{26C18055-390D-97F8-7CF8-B9C914976843}"/>
          </ac:picMkLst>
        </pc:picChg>
        <pc:picChg chg="add mod">
          <ac:chgData name="rafael santos" userId="e1ebe7ac88e1af78" providerId="LiveId" clId="{EB8BD2AE-B58D-40FC-81FA-338B571BE882}" dt="2026-10-27T16:10:16.251" v="568" actId="14100"/>
          <ac:picMkLst>
            <pc:docMk/>
            <pc:sldMk cId="0" sldId="256"/>
            <ac:picMk id="102" creationId="{4953CA5D-BEB8-BB30-517A-C1A321B50587}"/>
          </ac:picMkLst>
        </pc:picChg>
        <pc:cxnChg chg="add mod">
          <ac:chgData name="rafael santos" userId="e1ebe7ac88e1af78" providerId="LiveId" clId="{EB8BD2AE-B58D-40FC-81FA-338B571BE882}" dt="2026-10-28T18:19:18.890" v="846" actId="14100"/>
          <ac:cxnSpMkLst>
            <pc:docMk/>
            <pc:sldMk cId="0" sldId="256"/>
            <ac:cxnSpMk id="85" creationId="{EA28BD46-83E7-4F70-BE62-C448D307813F}"/>
          </ac:cxnSpMkLst>
        </pc:cxnChg>
        <pc:cxnChg chg="mod">
          <ac:chgData name="rafael santos" userId="e1ebe7ac88e1af78" providerId="LiveId" clId="{EB8BD2AE-B58D-40FC-81FA-338B571BE882}" dt="2026-10-28T18:19:01.283" v="811" actId="1036"/>
          <ac:cxnSpMkLst>
            <pc:docMk/>
            <pc:sldMk cId="0" sldId="256"/>
            <ac:cxnSpMk id="89" creationId="{2C863B1C-28AF-CADA-FB4D-2EDE33BE46FF}"/>
          </ac:cxnSpMkLst>
        </pc:cxnChg>
        <pc:cxnChg chg="add del mod">
          <ac:chgData name="rafael santos" userId="e1ebe7ac88e1af78" providerId="LiveId" clId="{EB8BD2AE-B58D-40FC-81FA-338B571BE882}" dt="2026-10-28T18:16:08.923" v="762" actId="478"/>
          <ac:cxnSpMkLst>
            <pc:docMk/>
            <pc:sldMk cId="0" sldId="256"/>
            <ac:cxnSpMk id="94" creationId="{4A4001A6-DD83-7B4E-0DDA-29C6E64CF698}"/>
          </ac:cxnSpMkLst>
        </pc:cxnChg>
        <pc:cxnChg chg="add mod">
          <ac:chgData name="rafael santos" userId="e1ebe7ac88e1af78" providerId="LiveId" clId="{EB8BD2AE-B58D-40FC-81FA-338B571BE882}" dt="2026-10-27T19:03:38.186" v="718" actId="1036"/>
          <ac:cxnSpMkLst>
            <pc:docMk/>
            <pc:sldMk cId="0" sldId="256"/>
            <ac:cxnSpMk id="96" creationId="{874EF097-3D67-E3ED-FA85-44FD2FA85DBF}"/>
          </ac:cxnSpMkLst>
        </pc:cxnChg>
        <pc:cxnChg chg="add mod">
          <ac:chgData name="rafael santos" userId="e1ebe7ac88e1af78" providerId="LiveId" clId="{EB8BD2AE-B58D-40FC-81FA-338B571BE882}" dt="2026-10-27T19:03:52.481" v="757" actId="1036"/>
          <ac:cxnSpMkLst>
            <pc:docMk/>
            <pc:sldMk cId="0" sldId="256"/>
            <ac:cxnSpMk id="97" creationId="{DB6153A8-084F-DAF5-0DE5-6D5B6BC05804}"/>
          </ac:cxnSpMkLst>
        </pc:cxnChg>
        <pc:cxnChg chg="add mod">
          <ac:chgData name="rafael santos" userId="e1ebe7ac88e1af78" providerId="LiveId" clId="{EB8BD2AE-B58D-40FC-81FA-338B571BE882}" dt="2026-10-27T19:03:52.481" v="757" actId="1036"/>
          <ac:cxnSpMkLst>
            <pc:docMk/>
            <pc:sldMk cId="0" sldId="256"/>
            <ac:cxnSpMk id="98" creationId="{5A204953-D795-5754-0615-8A417BD7DDA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549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github.com/CCT-RafinhaXD/Algorithms-and-Constructs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64">
            <a:extLst>
              <a:ext uri="{FF2B5EF4-FFF2-40B4-BE49-F238E27FC236}">
                <a16:creationId xmlns:a16="http://schemas.microsoft.com/office/drawing/2014/main" id="{598A646A-99FA-F8A0-EC06-5DE85F2B8265}"/>
              </a:ext>
            </a:extLst>
          </p:cNvPr>
          <p:cNvSpPr/>
          <p:nvPr/>
        </p:nvSpPr>
        <p:spPr>
          <a:xfrm>
            <a:off x="9144000" y="8929790"/>
            <a:ext cx="6766560" cy="3108960"/>
          </a:xfrm>
          <a:prstGeom prst="roundRect">
            <a:avLst>
              <a:gd name="adj" fmla="val 7353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" name="Shape 0"/>
          <p:cNvSpPr/>
          <p:nvPr/>
        </p:nvSpPr>
        <p:spPr>
          <a:xfrm>
            <a:off x="365760" y="320040"/>
            <a:ext cx="21214080" cy="1463040"/>
          </a:xfrm>
          <a:prstGeom prst="roundRect">
            <a:avLst>
              <a:gd name="adj" fmla="val 15625"/>
            </a:avLst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 txBox="1"/>
          <p:nvPr/>
        </p:nvSpPr>
        <p:spPr>
          <a:xfrm>
            <a:off x="822960" y="411480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Fast-Food Storage App</a:t>
            </a:r>
            <a:endParaRPr lang="en-US" sz="4000" dirty="0"/>
          </a:p>
          <a:p>
            <a:pPr marL="0" indent="0">
              <a:buNone/>
            </a:pPr>
            <a:r>
              <a:rPr lang="en-US" sz="1800" dirty="0">
                <a:solidFill>
                  <a:srgbClr val="F4D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(LIFO) and Circular Queue (FIFO) in Java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2070080" y="41148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Group: Rafael, Natalia, Sara  ·  Lecturer: Taufique Ahmed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CA1 – Algorithms and Constructs · CCT College Dublin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r>
              <a:rPr lang="en-US" sz="1400" u="sng" dirty="0">
                <a:solidFill>
                  <a:srgbClr val="9A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https://github.com/CCT-RafinhaXD/Algorithms-and-Constructs</a:t>
            </a: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Video: (add link)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8595360" cy="4206240"/>
          </a:xfrm>
          <a:prstGeom prst="roundRect">
            <a:avLst>
              <a:gd name="adj" fmla="val 5435"/>
            </a:avLst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64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programming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78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is split into 4 classes, each with one job. Every food item is an object created with new FoodItem(name, weight, bestBefore).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&amp; objects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 txBox="1"/>
          <p:nvPr/>
        </p:nvSpPr>
        <p:spPr>
          <a:xfrm>
            <a:off x="731520" y="3822192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food item is a FoodItem object with its own data.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97480" y="32004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269748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480" y="37490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2788920" y="3822192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are private; data is read through getters.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 txBox="1"/>
          <p:nvPr/>
        </p:nvSpPr>
        <p:spPr>
          <a:xfrm>
            <a:off x="475488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7490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4846320" y="3822192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CA1 only calls push, pop, enqueue… never the array.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12280" y="32004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 txBox="1"/>
          <p:nvPr/>
        </p:nvSpPr>
        <p:spPr>
          <a:xfrm>
            <a:off x="681228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37490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903720" y="3822192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Menu, data, stack and queue each live in their own class.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138928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CA1 – main method: println menu, input validation and error handling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FoodItem – private name, weight, best-before and stored time, with getters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SingleStack.Stack – array stack: push, pop, peek, isFull, display, search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CircularQueue – circular array: enqueue, dequeue, peek, isFull, display, search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6355080"/>
            <a:ext cx="8595360" cy="5623560"/>
          </a:xfrm>
          <a:prstGeom prst="roundRect">
            <a:avLst>
              <a:gd name="adj" fmla="val 4065"/>
            </a:avLst>
          </a:prstGeom>
          <a:solidFill>
            <a:srgbClr val="E0E9F5"/>
          </a:solidFill>
          <a:ln w="12700">
            <a:solidFill>
              <a:srgbClr val="E0E9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640080" y="6492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operations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7040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– LIFO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7360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⇅ out (front)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0" y="7653528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7A8CA5"/>
            </a:solidFill>
            <a:prstDash val="dash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97280" y="7653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97280" y="8065008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98C1D9"/>
          </a:solidFill>
          <a:ln w="12700">
            <a:solidFill>
              <a:srgbClr val="98C1D9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097280" y="8065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97280" y="8476488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98C1D9"/>
          </a:solidFill>
          <a:ln w="12700">
            <a:solidFill>
              <a:srgbClr val="98C1D9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 txBox="1"/>
          <p:nvPr/>
        </p:nvSpPr>
        <p:spPr>
          <a:xfrm>
            <a:off x="1097280" y="8476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8887968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98C1D9"/>
          </a:solidFill>
          <a:ln w="12700">
            <a:solidFill>
              <a:srgbClr val="98C1D9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Text 34"/>
          <p:cNvSpPr txBox="1"/>
          <p:nvPr/>
        </p:nvSpPr>
        <p:spPr>
          <a:xfrm>
            <a:off x="1097280" y="8887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93360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(closed)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9966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Queue – FIFO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10332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143000" y="10332720"/>
            <a:ext cx="53035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A8CA5"/>
            </a:solidFill>
            <a:prstDash val="dash"/>
          </a:ln>
        </p:spPr>
        <p:txBody>
          <a:bodyPr/>
          <a:lstStyle/>
          <a:p>
            <a:endParaRPr lang="en-IE"/>
          </a:p>
        </p:txBody>
      </p:sp>
      <p:sp>
        <p:nvSpPr>
          <p:cNvPr id="41" name="Text 39"/>
          <p:cNvSpPr txBox="1"/>
          <p:nvPr/>
        </p:nvSpPr>
        <p:spPr>
          <a:xfrm>
            <a:off x="1143000" y="1033272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728216" y="10332720"/>
            <a:ext cx="530352" cy="411480"/>
          </a:xfrm>
          <a:prstGeom prst="roundRect">
            <a:avLst>
              <a:gd name="adj" fmla="val 13333"/>
            </a:avLst>
          </a:prstGeom>
          <a:solidFill>
            <a:srgbClr val="98C1D9"/>
          </a:solidFill>
          <a:ln w="12700">
            <a:solidFill>
              <a:srgbClr val="98C1D9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1728216" y="1033272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13432" y="10332720"/>
            <a:ext cx="530352" cy="411480"/>
          </a:xfrm>
          <a:prstGeom prst="roundRect">
            <a:avLst>
              <a:gd name="adj" fmla="val 13333"/>
            </a:avLst>
          </a:prstGeom>
          <a:solidFill>
            <a:srgbClr val="98C1D9"/>
          </a:solidFill>
          <a:ln w="12700">
            <a:solidFill>
              <a:srgbClr val="98C1D9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5" name="Text 43"/>
          <p:cNvSpPr txBox="1"/>
          <p:nvPr/>
        </p:nvSpPr>
        <p:spPr>
          <a:xfrm>
            <a:off x="2313432" y="1033272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898648" y="10332720"/>
            <a:ext cx="530352" cy="411480"/>
          </a:xfrm>
          <a:prstGeom prst="roundRect">
            <a:avLst>
              <a:gd name="adj" fmla="val 13333"/>
            </a:avLst>
          </a:prstGeom>
          <a:solidFill>
            <a:srgbClr val="98C1D9"/>
          </a:solidFill>
          <a:ln w="12700">
            <a:solidFill>
              <a:srgbClr val="98C1D9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7" name="Text 45"/>
          <p:cNvSpPr txBox="1"/>
          <p:nvPr/>
        </p:nvSpPr>
        <p:spPr>
          <a:xfrm>
            <a:off x="2898648" y="1033272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429000" y="10332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out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107807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side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2468880" y="107807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side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206240" y="70408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/ enqueue</a:t>
            </a:r>
            <a:r>
              <a:rPr lang="en-US" sz="13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add a tray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/ dequeue</a:t>
            </a:r>
            <a:r>
              <a:rPr lang="en-US" sz="13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remove a tray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</a:t>
            </a:r>
            <a:r>
              <a:rPr lang="en-US" sz="13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show the item at the top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/ search</a:t>
            </a:r>
            <a:r>
              <a:rPr lang="en-US" sz="13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list all items / find by name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 / isFull</a:t>
            </a:r>
            <a:r>
              <a:rPr lang="en-US" sz="13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error handling for 0 or 8 trays</a:t>
            </a:r>
            <a:endParaRPr lang="en-US" sz="13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9006840"/>
          <a:ext cx="4572000" cy="21762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Queue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  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  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  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  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Peek (top)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isEmpty / isFull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" name="Text 50"/>
          <p:cNvSpPr txBox="1"/>
          <p:nvPr/>
        </p:nvSpPr>
        <p:spPr>
          <a:xfrm>
            <a:off x="4206240" y="11247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items stored (max 8) · Space: O(n), fixed array of 8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9144000" y="1965960"/>
            <a:ext cx="6766560" cy="1676400"/>
          </a:xfrm>
          <a:prstGeom prst="roundRect">
            <a:avLst>
              <a:gd name="adj" fmla="val 10000"/>
            </a:avLst>
          </a:prstGeom>
          <a:solidFill>
            <a:srgbClr val="FCEFD6"/>
          </a:solidFill>
          <a:ln w="12700">
            <a:solidFill>
              <a:srgbClr val="FCEFD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5" name="Text 52"/>
          <p:cNvSpPr txBox="1"/>
          <p:nvPr/>
        </p:nvSpPr>
        <p:spPr>
          <a:xfrm>
            <a:off x="941832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Stack and Queue?</a:t>
            </a:r>
            <a:endParaRPr lang="en-US" sz="2200" dirty="0"/>
          </a:p>
        </p:txBody>
      </p:sp>
      <p:sp>
        <p:nvSpPr>
          <p:cNvPr id="56" name="Text 53"/>
          <p:cNvSpPr txBox="1"/>
          <p:nvPr/>
        </p:nvSpPr>
        <p:spPr>
          <a:xfrm>
            <a:off x="9418320" y="2560320"/>
            <a:ext cx="6217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chef can use the storage in two ways. If only the front side is used, the last tray in is the first out – a Stack. If trays go in at the front and come out of the opposite side, the first tray in is the first out – a Queue, which also sends older food out first. The user picks the mode when the program starts.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9418320" y="8961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 dirty="0">
                <a:solidFill>
                  <a:srgbClr val="5B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code: Stack</a:t>
            </a:r>
            <a:endParaRPr lang="en-US" sz="2200" dirty="0"/>
          </a:p>
        </p:txBody>
      </p:sp>
      <p:sp>
        <p:nvSpPr>
          <p:cNvPr id="64" name="Shape 61"/>
          <p:cNvSpPr/>
          <p:nvPr/>
        </p:nvSpPr>
        <p:spPr>
          <a:xfrm>
            <a:off x="9235440" y="3907536"/>
            <a:ext cx="6675120" cy="132588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5" name="Text 62"/>
          <p:cNvSpPr txBox="1"/>
          <p:nvPr/>
        </p:nvSpPr>
        <p:spPr>
          <a:xfrm>
            <a:off x="9464040" y="4090416"/>
            <a:ext cx="30594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build and explain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add, remove and peek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the real storage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2573000" y="4119372"/>
            <a:ext cx="305943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64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size of 8 trays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end tray is reachable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is O(n)</a:t>
            </a:r>
            <a:endParaRPr lang="en-US" sz="1250" dirty="0"/>
          </a:p>
        </p:txBody>
      </p:sp>
      <p:sp>
        <p:nvSpPr>
          <p:cNvPr id="67" name="Shape 64"/>
          <p:cNvSpPr/>
          <p:nvPr/>
        </p:nvSpPr>
        <p:spPr>
          <a:xfrm>
            <a:off x="9189720" y="5669280"/>
            <a:ext cx="6720840" cy="3108960"/>
          </a:xfrm>
          <a:prstGeom prst="roundRect">
            <a:avLst>
              <a:gd name="adj" fmla="val 7353"/>
            </a:avLst>
          </a:prstGeom>
          <a:solidFill>
            <a:srgbClr val="E8E4F3"/>
          </a:solidFill>
          <a:ln w="12700">
            <a:solidFill>
              <a:srgbClr val="E8E4F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8" name="Text 65"/>
          <p:cNvSpPr txBox="1"/>
          <p:nvPr/>
        </p:nvSpPr>
        <p:spPr>
          <a:xfrm>
            <a:off x="9418320" y="5806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5B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code: Queue</a:t>
            </a:r>
            <a:endParaRPr lang="en-US" sz="2200" dirty="0"/>
          </a:p>
        </p:txBody>
      </p:sp>
      <p:sp>
        <p:nvSpPr>
          <p:cNvPr id="71" name="Shape 68"/>
          <p:cNvSpPr/>
          <p:nvPr/>
        </p:nvSpPr>
        <p:spPr>
          <a:xfrm>
            <a:off x="16093440" y="6592358"/>
            <a:ext cx="5486400" cy="3511762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2" name="Text 69"/>
          <p:cNvSpPr txBox="1"/>
          <p:nvPr/>
        </p:nvSpPr>
        <p:spPr>
          <a:xfrm>
            <a:off x="16322040" y="6683797"/>
            <a:ext cx="5120640" cy="6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commits</a:t>
            </a:r>
            <a:endParaRPr lang="en-US" sz="2200" dirty="0"/>
          </a:p>
        </p:txBody>
      </p:sp>
      <p:sp>
        <p:nvSpPr>
          <p:cNvPr id="75" name="Shape 72"/>
          <p:cNvSpPr/>
          <p:nvPr/>
        </p:nvSpPr>
        <p:spPr>
          <a:xfrm>
            <a:off x="16093440" y="10241280"/>
            <a:ext cx="5486400" cy="173736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6" name="Text 73"/>
          <p:cNvSpPr txBox="1"/>
          <p:nvPr/>
        </p:nvSpPr>
        <p:spPr>
          <a:xfrm>
            <a:off x="16322040" y="10332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77" name="Text 74"/>
          <p:cNvSpPr txBox="1"/>
          <p:nvPr/>
        </p:nvSpPr>
        <p:spPr>
          <a:xfrm>
            <a:off x="16322040" y="1065276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(2024) LocalDate (Java SE 17 &amp; JDK 17). Available at: https://docs.oracle.com/en/java/javase/17/docs/api/java.base/java/time/LocalDate.html (Accessed: 27 October 2026).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(2024) Scanner (Java SE 17 &amp; JDK 17). Available at: https://docs.oracle.com/en/java/javase/17/docs/api/java.base/java/util/Scanner.html (Accessed: 27 October 2026).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Ahmed, T. (2026) Algorithms and Constructs: Stacks and Queues [Lecture notes]. CCT College Dublin.</a:t>
            </a:r>
            <a:endParaRPr lang="en-US" sz="95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7A063FAE-D986-9EC2-7009-394199661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9408160"/>
            <a:ext cx="6492240" cy="2341880"/>
          </a:xfrm>
          <a:prstGeom prst="roundRect">
            <a:avLst>
              <a:gd name="adj" fmla="val 6689"/>
            </a:avLst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3DBE6971-65C3-2EA0-C3AA-EC5221191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6217920"/>
            <a:ext cx="6217920" cy="2377440"/>
          </a:xfrm>
          <a:prstGeom prst="roundRect">
            <a:avLst>
              <a:gd name="adj" fmla="val 6838"/>
            </a:avLst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953CA5D-BEB8-BB30-517A-C1A321B50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6702" y="7040881"/>
            <a:ext cx="5030258" cy="2844800"/>
          </a:xfrm>
          <a:prstGeom prst="roundRect">
            <a:avLst>
              <a:gd name="adj" fmla="val 4167"/>
            </a:avLst>
          </a:prstGeom>
        </p:spPr>
      </p:pic>
      <p:sp>
        <p:nvSpPr>
          <p:cNvPr id="62" name="Shape 54">
            <a:extLst>
              <a:ext uri="{FF2B5EF4-FFF2-40B4-BE49-F238E27FC236}">
                <a16:creationId xmlns:a16="http://schemas.microsoft.com/office/drawing/2014/main" id="{C049249A-44B2-1B71-14FB-7971D0FD22FD}"/>
              </a:ext>
            </a:extLst>
          </p:cNvPr>
          <p:cNvSpPr/>
          <p:nvPr/>
        </p:nvSpPr>
        <p:spPr>
          <a:xfrm>
            <a:off x="16114878" y="2051069"/>
            <a:ext cx="5464962" cy="4304011"/>
          </a:xfrm>
          <a:prstGeom prst="roundRect">
            <a:avLst>
              <a:gd name="adj" fmla="val 3378"/>
            </a:avLst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3" name="Text 55">
            <a:extLst>
              <a:ext uri="{FF2B5EF4-FFF2-40B4-BE49-F238E27FC236}">
                <a16:creationId xmlns:a16="http://schemas.microsoft.com/office/drawing/2014/main" id="{7D754294-1465-EBC3-4B73-293EED7125A1}"/>
              </a:ext>
            </a:extLst>
          </p:cNvPr>
          <p:cNvSpPr txBox="1"/>
          <p:nvPr/>
        </p:nvSpPr>
        <p:spPr>
          <a:xfrm>
            <a:off x="16400096" y="2148340"/>
            <a:ext cx="5169559" cy="411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69" name="Shape 56">
            <a:extLst>
              <a:ext uri="{FF2B5EF4-FFF2-40B4-BE49-F238E27FC236}">
                <a16:creationId xmlns:a16="http://schemas.microsoft.com/office/drawing/2014/main" id="{86C34C98-7AC4-4DB4-F197-555C7AEE658F}"/>
              </a:ext>
            </a:extLst>
          </p:cNvPr>
          <p:cNvSpPr/>
          <p:nvPr/>
        </p:nvSpPr>
        <p:spPr>
          <a:xfrm>
            <a:off x="16389198" y="2540351"/>
            <a:ext cx="5021857" cy="3308080"/>
          </a:xfrm>
          <a:prstGeom prst="roundRect">
            <a:avLst>
              <a:gd name="adj" fmla="val 195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0" name="Text 57">
            <a:extLst>
              <a:ext uri="{FF2B5EF4-FFF2-40B4-BE49-F238E27FC236}">
                <a16:creationId xmlns:a16="http://schemas.microsoft.com/office/drawing/2014/main" id="{E9A0C6BA-5C0C-0253-14F5-F468E338CFEC}"/>
              </a:ext>
            </a:extLst>
          </p:cNvPr>
          <p:cNvSpPr txBox="1"/>
          <p:nvPr/>
        </p:nvSpPr>
        <p:spPr>
          <a:xfrm>
            <a:off x="16526358" y="2762269"/>
            <a:ext cx="4800304" cy="304087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D5924E8E-E311-4AC1-F2F6-EEB2D7517F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91989" y="2762269"/>
            <a:ext cx="5019603" cy="74728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74EF3BAF-A4D6-DD32-2B8F-BC3BBAD52F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91989" y="3680468"/>
            <a:ext cx="5019603" cy="22743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4F908C2F-995F-D886-4F23-96511A1BF9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96590" y="5871229"/>
            <a:ext cx="5015342" cy="4505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A294F82B-3354-16E5-5A35-A725FBAB10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96590" y="4001790"/>
            <a:ext cx="4211734" cy="61732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31FA59D1-28D9-8AB0-6333-9FD626D0C4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00096" y="4789123"/>
            <a:ext cx="3618095" cy="922716"/>
          </a:xfrm>
          <a:prstGeom prst="rect">
            <a:avLst/>
          </a:prstGeom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907C135-76B0-D813-D9EC-FD262F6F851C}"/>
              </a:ext>
            </a:extLst>
          </p:cNvPr>
          <p:cNvCxnSpPr>
            <a:cxnSpLocks/>
          </p:cNvCxnSpPr>
          <p:nvPr/>
        </p:nvCxnSpPr>
        <p:spPr>
          <a:xfrm>
            <a:off x="16389198" y="3638645"/>
            <a:ext cx="50218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A28BD46-83E7-4F70-BE62-C448D307813F}"/>
              </a:ext>
            </a:extLst>
          </p:cNvPr>
          <p:cNvCxnSpPr>
            <a:cxnSpLocks/>
          </p:cNvCxnSpPr>
          <p:nvPr/>
        </p:nvCxnSpPr>
        <p:spPr>
          <a:xfrm>
            <a:off x="16400096" y="4001789"/>
            <a:ext cx="50218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413B595-89D5-74A6-E55E-C48AAE304041}"/>
              </a:ext>
            </a:extLst>
          </p:cNvPr>
          <p:cNvCxnSpPr>
            <a:cxnSpLocks/>
          </p:cNvCxnSpPr>
          <p:nvPr/>
        </p:nvCxnSpPr>
        <p:spPr>
          <a:xfrm>
            <a:off x="16400096" y="4758643"/>
            <a:ext cx="50218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C863B1C-28AF-CADA-FB4D-2EDE33BE46FF}"/>
              </a:ext>
            </a:extLst>
          </p:cNvPr>
          <p:cNvCxnSpPr>
            <a:cxnSpLocks/>
          </p:cNvCxnSpPr>
          <p:nvPr/>
        </p:nvCxnSpPr>
        <p:spPr>
          <a:xfrm>
            <a:off x="16400096" y="5855989"/>
            <a:ext cx="50218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383DBDD-D90F-4F0A-A5AA-658316881608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8e12855b-5a62-45ad-80ed-c8f630ce4df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631</Words>
  <Application>Microsoft Office PowerPoint</Application>
  <PresentationFormat>Custom</PresentationFormat>
  <Paragraphs>82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CA1 Poster – Colorful</dc:title>
  <dc:subject>PptxGenJS Presentation</dc:subject>
  <dc:creator>Rafael, Natalia, Sara</dc:creator>
  <cp:lastModifiedBy>rafael santos</cp:lastModifiedBy>
  <cp:revision>1</cp:revision>
  <dcterms:created xsi:type="dcterms:W3CDTF">2026-10-27T12:26:07Z</dcterms:created>
  <dcterms:modified xsi:type="dcterms:W3CDTF">2026-10-28T18:19:28Z</dcterms:modified>
</cp:coreProperties>
</file>